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Convertly V2 Enterprise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Mission-Critical Conversion Infrastructure</a:t>
            </a:r>
          </a:p>
          <a:p>
            <a:r>
              <a:t>Zero-Retention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System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Native PyMuPDF and LibreOffice conversion pipelines</a:t>
            </a:r>
          </a:p>
          <a:p>
            <a:r>
              <a:t>2. Automated 120-minute multi-pass shredder</a:t>
            </a:r>
          </a:p>
          <a:p>
            <a:r>
              <a:t>3. Zero mock engines, 100% verified server drivers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